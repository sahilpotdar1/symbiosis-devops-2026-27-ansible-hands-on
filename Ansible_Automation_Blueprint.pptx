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3F6"/>
    <a:srgbClr val="F4F1E5"/>
    <a:srgbClr val="F5F1E5"/>
    <a:srgbClr val="F9F2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B0FD715-8AAD-4567-BA17-1586E7CC79C4}" v="62" dt="2026-09-11T11:27:43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023D47D-B856-99BD-22FA-1774042127A8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501541" y="-338226"/>
            <a:ext cx="2436850" cy="1835984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188854" y="562861"/>
            <a:ext cx="860491" cy="860491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3391309" y="873520"/>
            <a:ext cx="916629" cy="916629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2475524" y="0"/>
            <a:ext cx="3780476" cy="1974449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35125" y="8154001"/>
            <a:ext cx="1992684" cy="9899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138773" y="8604190"/>
            <a:ext cx="1086537" cy="539810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AF291D8-9351-C911-0828-2762BF7BEEDB}"/>
              </a:ext>
            </a:extLst>
          </p:cNvPr>
          <p:cNvGrpSpPr/>
          <p:nvPr/>
        </p:nvGrpSpPr>
        <p:grpSpPr>
          <a:xfrm>
            <a:off x="1215769" y="723025"/>
            <a:ext cx="13801068" cy="7690552"/>
            <a:chOff x="1468765" y="857956"/>
            <a:chExt cx="13335402" cy="7428086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E235198-E559-FA01-01A2-F7E6D69DC3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-52" b="-93"/>
            <a:stretch>
              <a:fillRect/>
            </a:stretch>
          </p:blipFill>
          <p:spPr>
            <a:xfrm>
              <a:off x="1468765" y="857956"/>
              <a:ext cx="13335402" cy="7428086"/>
            </a:xfrm>
            <a:prstGeom prst="rect">
              <a:avLst/>
            </a:prstGeom>
            <a:ln>
              <a:noFill/>
            </a:ln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20ED560-6EA4-E74B-FC8E-7C71145E3860}"/>
                </a:ext>
              </a:extLst>
            </p:cNvPr>
            <p:cNvSpPr/>
            <p:nvPr/>
          </p:nvSpPr>
          <p:spPr>
            <a:xfrm>
              <a:off x="13623453" y="8129274"/>
              <a:ext cx="1119315" cy="113863"/>
            </a:xfrm>
            <a:prstGeom prst="rect">
              <a:avLst/>
            </a:prstGeom>
            <a:solidFill>
              <a:srgbClr val="EFF3F6"/>
            </a:solidFill>
            <a:ln>
              <a:solidFill>
                <a:srgbClr val="EFF3F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12516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DB1A993-2C5F-5709-0D3D-07E5219AFFE5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699F6B9-FBBC-F923-0D16-EE7B91E36996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3C4BC10-CB11-B6D2-F1E9-8268E6311755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52BA26E-0F0D-3D93-79F8-F63A6AC880B2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5C6FDB8-DFD3-ACF8-BFF3-FE75E9BA7BB2}"/>
              </a:ext>
            </a:extLst>
          </p:cNvPr>
          <p:cNvSpPr/>
          <p:nvPr/>
        </p:nvSpPr>
        <p:spPr>
          <a:xfrm>
            <a:off x="15001436" y="8850357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9A1B859-55D0-1F27-EECA-16ED5D1D4EEA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665B29D-8621-91F8-4900-24D304C60B3A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DBB017-AD86-384E-85B1-F1D41E6BB026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33BF6D2-0C83-0721-0978-A79263F3E881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27870B8-62D8-DEA7-0FC6-434F1BBA8661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7F88CE6-D2EB-5DED-26AF-ABAFD2223CEC}"/>
              </a:ext>
            </a:extLst>
          </p:cNvPr>
          <p:cNvSpPr/>
          <p:nvPr/>
        </p:nvSpPr>
        <p:spPr>
          <a:xfrm>
            <a:off x="14882837" y="8892522"/>
            <a:ext cx="1271812" cy="156633"/>
          </a:xfrm>
          <a:prstGeom prst="rect">
            <a:avLst/>
          </a:prstGeom>
          <a:solidFill>
            <a:srgbClr val="F5F1E5"/>
          </a:solidFill>
          <a:ln>
            <a:solidFill>
              <a:srgbClr val="F4F1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AF4D156-2E60-7BB4-D537-E16A005AB0C1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E55579C-61BD-06B2-DDF4-FAE4A812CA98}"/>
              </a:ext>
            </a:extLst>
          </p:cNvPr>
          <p:cNvSpPr/>
          <p:nvPr/>
        </p:nvSpPr>
        <p:spPr>
          <a:xfrm>
            <a:off x="15001436" y="8867223"/>
            <a:ext cx="1195613" cy="215899"/>
          </a:xfrm>
          <a:prstGeom prst="rect">
            <a:avLst/>
          </a:prstGeom>
          <a:solidFill>
            <a:srgbClr val="F9F2E5"/>
          </a:solidFill>
          <a:ln>
            <a:solidFill>
              <a:srgbClr val="F9F2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41</cp:revision>
  <dcterms:created xsi:type="dcterms:W3CDTF">2006-08-16T00:00:00Z</dcterms:created>
  <dcterms:modified xsi:type="dcterms:W3CDTF">2026-09-11T11:29:49Z</dcterms:modified>
</cp:coreProperties>
</file>